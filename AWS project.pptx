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4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97538B-30DB-48EE-8205-7F04BE2E5FD6}" v="12" dt="2026-05-09T18:32:23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yan bawa" userId="77db3a479d8f3909" providerId="LiveId" clId="{A4F9207F-8C68-4245-BE3A-4CC246652510}"/>
    <pc:docChg chg="custSel addSld delSld modSld">
      <pc:chgData name="nayan bawa" userId="77db3a479d8f3909" providerId="LiveId" clId="{A4F9207F-8C68-4245-BE3A-4CC246652510}" dt="2026-05-09T18:32:52.860" v="257" actId="14100"/>
      <pc:docMkLst>
        <pc:docMk/>
      </pc:docMkLst>
      <pc:sldChg chg="modSp">
        <pc:chgData name="nayan bawa" userId="77db3a479d8f3909" providerId="LiveId" clId="{A4F9207F-8C68-4245-BE3A-4CC246652510}" dt="2026-05-08T22:02:51.349" v="0" actId="14826"/>
        <pc:sldMkLst>
          <pc:docMk/>
          <pc:sldMk cId="4017793420" sldId="264"/>
        </pc:sldMkLst>
        <pc:picChg chg="mod">
          <ac:chgData name="nayan bawa" userId="77db3a479d8f3909" providerId="LiveId" clId="{A4F9207F-8C68-4245-BE3A-4CC246652510}" dt="2026-05-08T22:02:51.349" v="0" actId="14826"/>
          <ac:picMkLst>
            <pc:docMk/>
            <pc:sldMk cId="4017793420" sldId="264"/>
            <ac:picMk id="6" creationId="{57DBAF9E-201C-ABA5-EE67-2B686F3818A3}"/>
          </ac:picMkLst>
        </pc:picChg>
      </pc:sldChg>
      <pc:sldChg chg="modSp mod">
        <pc:chgData name="nayan bawa" userId="77db3a479d8f3909" providerId="LiveId" clId="{A4F9207F-8C68-4245-BE3A-4CC246652510}" dt="2026-05-08T22:03:20.513" v="8" actId="20577"/>
        <pc:sldMkLst>
          <pc:docMk/>
          <pc:sldMk cId="1486912597" sldId="265"/>
        </pc:sldMkLst>
        <pc:spChg chg="mod">
          <ac:chgData name="nayan bawa" userId="77db3a479d8f3909" providerId="LiveId" clId="{A4F9207F-8C68-4245-BE3A-4CC246652510}" dt="2026-05-08T22:03:20.513" v="8" actId="20577"/>
          <ac:spMkLst>
            <pc:docMk/>
            <pc:sldMk cId="1486912597" sldId="265"/>
            <ac:spMk id="3" creationId="{BC4F4CC1-935C-1CCE-A784-D4D5D4042990}"/>
          </ac:spMkLst>
        </pc:spChg>
      </pc:sldChg>
      <pc:sldChg chg="addSp delSp modSp new mod">
        <pc:chgData name="nayan bawa" userId="77db3a479d8f3909" providerId="LiveId" clId="{A4F9207F-8C68-4245-BE3A-4CC246652510}" dt="2026-05-08T22:05:32.405" v="31" actId="14100"/>
        <pc:sldMkLst>
          <pc:docMk/>
          <pc:sldMk cId="3849120401" sldId="267"/>
        </pc:sldMkLst>
        <pc:spChg chg="add del mod">
          <ac:chgData name="nayan bawa" userId="77db3a479d8f3909" providerId="LiveId" clId="{A4F9207F-8C68-4245-BE3A-4CC246652510}" dt="2026-05-08T22:04:04.684" v="12"/>
          <ac:spMkLst>
            <pc:docMk/>
            <pc:sldMk cId="3849120401" sldId="267"/>
            <ac:spMk id="2" creationId="{BB03AA40-7F97-E270-D96B-5B2E08005DC8}"/>
          </ac:spMkLst>
        </pc:spChg>
        <pc:spChg chg="add mod">
          <ac:chgData name="nayan bawa" userId="77db3a479d8f3909" providerId="LiveId" clId="{A4F9207F-8C68-4245-BE3A-4CC246652510}" dt="2026-05-08T22:04:51.912" v="27" actId="255"/>
          <ac:spMkLst>
            <pc:docMk/>
            <pc:sldMk cId="3849120401" sldId="267"/>
            <ac:spMk id="3" creationId="{90EAEA4E-2FF1-BBDB-DA80-D6322D8B09E8}"/>
          </ac:spMkLst>
        </pc:spChg>
        <pc:picChg chg="add mod">
          <ac:chgData name="nayan bawa" userId="77db3a479d8f3909" providerId="LiveId" clId="{A4F9207F-8C68-4245-BE3A-4CC246652510}" dt="2026-05-08T22:05:32.405" v="31" actId="14100"/>
          <ac:picMkLst>
            <pc:docMk/>
            <pc:sldMk cId="3849120401" sldId="267"/>
            <ac:picMk id="5" creationId="{08820ED6-8BE9-2926-5A76-59C6CB391B6D}"/>
          </ac:picMkLst>
        </pc:picChg>
      </pc:sldChg>
      <pc:sldChg chg="addSp modSp new mod">
        <pc:chgData name="nayan bawa" userId="77db3a479d8f3909" providerId="LiveId" clId="{A4F9207F-8C68-4245-BE3A-4CC246652510}" dt="2026-05-08T22:11:55.010" v="63" actId="14826"/>
        <pc:sldMkLst>
          <pc:docMk/>
          <pc:sldMk cId="1897168560" sldId="268"/>
        </pc:sldMkLst>
        <pc:spChg chg="add mod">
          <ac:chgData name="nayan bawa" userId="77db3a479d8f3909" providerId="LiveId" clId="{A4F9207F-8C68-4245-BE3A-4CC246652510}" dt="2026-05-08T22:06:21.476" v="61" actId="20577"/>
          <ac:spMkLst>
            <pc:docMk/>
            <pc:sldMk cId="1897168560" sldId="268"/>
            <ac:spMk id="2" creationId="{456FF53B-B30D-7587-ADDB-2804EDDD8207}"/>
          </ac:spMkLst>
        </pc:spChg>
        <pc:picChg chg="add mod">
          <ac:chgData name="nayan bawa" userId="77db3a479d8f3909" providerId="LiveId" clId="{A4F9207F-8C68-4245-BE3A-4CC246652510}" dt="2026-05-08T22:11:55.010" v="63" actId="14826"/>
          <ac:picMkLst>
            <pc:docMk/>
            <pc:sldMk cId="1897168560" sldId="268"/>
            <ac:picMk id="4" creationId="{3ECF8A54-AE29-8FB8-6D85-E3E4FA72C173}"/>
          </ac:picMkLst>
        </pc:picChg>
      </pc:sldChg>
      <pc:sldChg chg="addSp modSp new mod">
        <pc:chgData name="nayan bawa" userId="77db3a479d8f3909" providerId="LiveId" clId="{A4F9207F-8C68-4245-BE3A-4CC246652510}" dt="2026-05-08T22:13:03.504" v="79" actId="931"/>
        <pc:sldMkLst>
          <pc:docMk/>
          <pc:sldMk cId="2165321536" sldId="269"/>
        </pc:sldMkLst>
        <pc:spChg chg="add mod">
          <ac:chgData name="nayan bawa" userId="77db3a479d8f3909" providerId="LiveId" clId="{A4F9207F-8C68-4245-BE3A-4CC246652510}" dt="2026-05-08T22:12:45.291" v="78"/>
          <ac:spMkLst>
            <pc:docMk/>
            <pc:sldMk cId="2165321536" sldId="269"/>
            <ac:spMk id="2" creationId="{D1E4142F-1221-059F-6738-2C49BCA967FF}"/>
          </ac:spMkLst>
        </pc:spChg>
        <pc:picChg chg="add mod">
          <ac:chgData name="nayan bawa" userId="77db3a479d8f3909" providerId="LiveId" clId="{A4F9207F-8C68-4245-BE3A-4CC246652510}" dt="2026-05-08T22:13:03.504" v="79" actId="931"/>
          <ac:picMkLst>
            <pc:docMk/>
            <pc:sldMk cId="2165321536" sldId="269"/>
            <ac:picMk id="4" creationId="{4D72B33C-B09F-CE7C-7083-B38E5E632719}"/>
          </ac:picMkLst>
        </pc:picChg>
      </pc:sldChg>
      <pc:sldChg chg="addSp modSp new mod">
        <pc:chgData name="nayan bawa" userId="77db3a479d8f3909" providerId="LiveId" clId="{A4F9207F-8C68-4245-BE3A-4CC246652510}" dt="2026-05-08T22:19:47.966" v="198" actId="20577"/>
        <pc:sldMkLst>
          <pc:docMk/>
          <pc:sldMk cId="3936370805" sldId="270"/>
        </pc:sldMkLst>
        <pc:spChg chg="add mod">
          <ac:chgData name="nayan bawa" userId="77db3a479d8f3909" providerId="LiveId" clId="{A4F9207F-8C68-4245-BE3A-4CC246652510}" dt="2026-05-08T22:19:47.966" v="198" actId="20577"/>
          <ac:spMkLst>
            <pc:docMk/>
            <pc:sldMk cId="3936370805" sldId="270"/>
            <ac:spMk id="2" creationId="{6880B3F9-5CA6-5E84-328F-731DAEE3EE4B}"/>
          </ac:spMkLst>
        </pc:spChg>
        <pc:picChg chg="add mod">
          <ac:chgData name="nayan bawa" userId="77db3a479d8f3909" providerId="LiveId" clId="{A4F9207F-8C68-4245-BE3A-4CC246652510}" dt="2026-05-08T22:17:10.471" v="114" actId="14100"/>
          <ac:picMkLst>
            <pc:docMk/>
            <pc:sldMk cId="3936370805" sldId="270"/>
            <ac:picMk id="4" creationId="{7C3D42D7-4461-449F-3BF4-731FEC53A2F7}"/>
          </ac:picMkLst>
        </pc:picChg>
      </pc:sldChg>
      <pc:sldChg chg="addSp modSp new mod">
        <pc:chgData name="nayan bawa" userId="77db3a479d8f3909" providerId="LiveId" clId="{A4F9207F-8C68-4245-BE3A-4CC246652510}" dt="2026-05-08T22:18:34.562" v="171" actId="1076"/>
        <pc:sldMkLst>
          <pc:docMk/>
          <pc:sldMk cId="3669819233" sldId="271"/>
        </pc:sldMkLst>
        <pc:spChg chg="add mod">
          <ac:chgData name="nayan bawa" userId="77db3a479d8f3909" providerId="LiveId" clId="{A4F9207F-8C68-4245-BE3A-4CC246652510}" dt="2026-05-08T22:18:17.094" v="169" actId="20577"/>
          <ac:spMkLst>
            <pc:docMk/>
            <pc:sldMk cId="3669819233" sldId="271"/>
            <ac:spMk id="2" creationId="{20D0C156-54A5-F9A4-3A8C-7619F278503E}"/>
          </ac:spMkLst>
        </pc:spChg>
        <pc:picChg chg="add mod">
          <ac:chgData name="nayan bawa" userId="77db3a479d8f3909" providerId="LiveId" clId="{A4F9207F-8C68-4245-BE3A-4CC246652510}" dt="2026-05-08T22:18:34.562" v="171" actId="1076"/>
          <ac:picMkLst>
            <pc:docMk/>
            <pc:sldMk cId="3669819233" sldId="271"/>
            <ac:picMk id="4" creationId="{37F20E12-8DF5-B687-D7FD-6FA4A5D254D9}"/>
          </ac:picMkLst>
        </pc:picChg>
      </pc:sldChg>
      <pc:sldChg chg="addSp modSp new mod">
        <pc:chgData name="nayan bawa" userId="77db3a479d8f3909" providerId="LiveId" clId="{A4F9207F-8C68-4245-BE3A-4CC246652510}" dt="2026-05-08T22:19:35.066" v="191" actId="14100"/>
        <pc:sldMkLst>
          <pc:docMk/>
          <pc:sldMk cId="677240967" sldId="272"/>
        </pc:sldMkLst>
        <pc:spChg chg="add mod">
          <ac:chgData name="nayan bawa" userId="77db3a479d8f3909" providerId="LiveId" clId="{A4F9207F-8C68-4245-BE3A-4CC246652510}" dt="2026-05-08T22:19:13.535" v="188" actId="20577"/>
          <ac:spMkLst>
            <pc:docMk/>
            <pc:sldMk cId="677240967" sldId="272"/>
            <ac:spMk id="2" creationId="{7E31393B-C635-1155-113F-2981AF8F0238}"/>
          </ac:spMkLst>
        </pc:spChg>
        <pc:picChg chg="add mod">
          <ac:chgData name="nayan bawa" userId="77db3a479d8f3909" providerId="LiveId" clId="{A4F9207F-8C68-4245-BE3A-4CC246652510}" dt="2026-05-08T22:19:35.066" v="191" actId="14100"/>
          <ac:picMkLst>
            <pc:docMk/>
            <pc:sldMk cId="677240967" sldId="272"/>
            <ac:picMk id="4" creationId="{91217BAF-2B96-20AB-978E-9A10E249C430}"/>
          </ac:picMkLst>
        </pc:picChg>
      </pc:sldChg>
      <pc:sldChg chg="new del">
        <pc:chgData name="nayan bawa" userId="77db3a479d8f3909" providerId="LiveId" clId="{A4F9207F-8C68-4245-BE3A-4CC246652510}" dt="2026-05-09T17:49:14.949" v="200" actId="2696"/>
        <pc:sldMkLst>
          <pc:docMk/>
          <pc:sldMk cId="2977833066" sldId="273"/>
        </pc:sldMkLst>
      </pc:sldChg>
      <pc:sldChg chg="addSp modSp new mod">
        <pc:chgData name="nayan bawa" userId="77db3a479d8f3909" providerId="LiveId" clId="{A4F9207F-8C68-4245-BE3A-4CC246652510}" dt="2026-05-09T17:50:31.570" v="247" actId="20577"/>
        <pc:sldMkLst>
          <pc:docMk/>
          <pc:sldMk cId="3459032759" sldId="273"/>
        </pc:sldMkLst>
        <pc:spChg chg="add mod">
          <ac:chgData name="nayan bawa" userId="77db3a479d8f3909" providerId="LiveId" clId="{A4F9207F-8C68-4245-BE3A-4CC246652510}" dt="2026-05-09T17:50:31.570" v="247" actId="20577"/>
          <ac:spMkLst>
            <pc:docMk/>
            <pc:sldMk cId="3459032759" sldId="273"/>
            <ac:spMk id="2" creationId="{ED2E9AFB-E52D-6C06-14B7-6A94E816AA96}"/>
          </ac:spMkLst>
        </pc:spChg>
        <pc:picChg chg="add mod">
          <ac:chgData name="nayan bawa" userId="77db3a479d8f3909" providerId="LiveId" clId="{A4F9207F-8C68-4245-BE3A-4CC246652510}" dt="2026-05-09T17:50:09.742" v="219" actId="14100"/>
          <ac:picMkLst>
            <pc:docMk/>
            <pc:sldMk cId="3459032759" sldId="273"/>
            <ac:picMk id="4" creationId="{F8C38DEC-5B57-A46B-2918-823E84CA623F}"/>
          </ac:picMkLst>
        </pc:picChg>
      </pc:sldChg>
      <pc:sldChg chg="addSp modSp new mod">
        <pc:chgData name="nayan bawa" userId="77db3a479d8f3909" providerId="LiveId" clId="{A4F9207F-8C68-4245-BE3A-4CC246652510}" dt="2026-05-09T18:32:52.860" v="257" actId="14100"/>
        <pc:sldMkLst>
          <pc:docMk/>
          <pc:sldMk cId="2820388643" sldId="274"/>
        </pc:sldMkLst>
        <pc:spChg chg="add mod">
          <ac:chgData name="nayan bawa" userId="77db3a479d8f3909" providerId="LiveId" clId="{A4F9207F-8C68-4245-BE3A-4CC246652510}" dt="2026-05-09T18:32:31.613" v="254" actId="20577"/>
          <ac:spMkLst>
            <pc:docMk/>
            <pc:sldMk cId="2820388643" sldId="274"/>
            <ac:spMk id="2" creationId="{B860D51E-61F3-901E-BDD1-4B24E660F3EA}"/>
          </ac:spMkLst>
        </pc:spChg>
        <pc:picChg chg="add mod">
          <ac:chgData name="nayan bawa" userId="77db3a479d8f3909" providerId="LiveId" clId="{A4F9207F-8C68-4245-BE3A-4CC246652510}" dt="2026-05-09T18:32:52.860" v="257" actId="14100"/>
          <ac:picMkLst>
            <pc:docMk/>
            <pc:sldMk cId="2820388643" sldId="274"/>
            <ac:picMk id="4" creationId="{DFF5B082-C093-05AD-CD53-C53F85CE75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2D94-00FF-7C12-9C3D-7D074AD0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521110"/>
            <a:ext cx="9440034" cy="1514167"/>
          </a:xfrm>
        </p:spPr>
        <p:txBody>
          <a:bodyPr/>
          <a:lstStyle/>
          <a:p>
            <a:r>
              <a:rPr lang="en-IN" dirty="0"/>
              <a:t>AWS 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C5202-B51E-B22C-9443-7971A7102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2340077"/>
            <a:ext cx="9440034" cy="2308129"/>
          </a:xfrm>
        </p:spPr>
        <p:txBody>
          <a:bodyPr/>
          <a:lstStyle/>
          <a:p>
            <a:r>
              <a:rPr lang="en-IN" b="1" dirty="0"/>
              <a:t>Project : E-Commerce Startup Infrastructure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88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E836-1E3F-C52F-F21F-83FFBB8A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6900" indent="0"/>
            <a:r>
              <a:rPr lang="en-IN" dirty="0"/>
              <a:t>Business Case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EBF78-496C-1DBA-9FBD-45F3BE3E42DE}"/>
              </a:ext>
            </a:extLst>
          </p:cNvPr>
          <p:cNvSpPr txBox="1"/>
          <p:nvPr/>
        </p:nvSpPr>
        <p:spPr>
          <a:xfrm>
            <a:off x="698090" y="2035277"/>
            <a:ext cx="113955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 startup called </a:t>
            </a:r>
            <a:r>
              <a:rPr lang="en-US" sz="2000" b="1" dirty="0" err="1"/>
              <a:t>ShopNow</a:t>
            </a:r>
            <a:r>
              <a:rPr lang="en-US" sz="2000" b="1" dirty="0"/>
              <a:t> is launching an online store.</a:t>
            </a:r>
          </a:p>
          <a:p>
            <a:r>
              <a:rPr lang="en-US" sz="2000" b="1" dirty="0"/>
              <a:t>     They expect increasing traffic and need a secure, scalable, highly available AWS infrastructure.</a:t>
            </a:r>
          </a:p>
          <a:p>
            <a:endParaRPr lang="en-US" sz="2000" b="1" dirty="0"/>
          </a:p>
          <a:p>
            <a:r>
              <a:rPr lang="en-US" sz="2000" b="1" dirty="0"/>
              <a:t> 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6151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DEF6E-02D1-CECC-FF25-17DF6109FF36}"/>
              </a:ext>
            </a:extLst>
          </p:cNvPr>
          <p:cNvSpPr txBox="1"/>
          <p:nvPr/>
        </p:nvSpPr>
        <p:spPr>
          <a:xfrm>
            <a:off x="648929" y="678426"/>
            <a:ext cx="10815484" cy="5643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Services Covered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VPC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EC2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Groups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Application Load Balancer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S3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RDS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IAM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 Scaling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63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F218A4-AAE5-C2F6-72CF-5AAA9AF89888}"/>
              </a:ext>
            </a:extLst>
          </p:cNvPr>
          <p:cNvSpPr txBox="1"/>
          <p:nvPr/>
        </p:nvSpPr>
        <p:spPr>
          <a:xfrm>
            <a:off x="412955" y="344129"/>
            <a:ext cx="1137592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Networking</a:t>
            </a:r>
          </a:p>
          <a:p>
            <a:r>
              <a:rPr lang="en-IN" dirty="0"/>
              <a:t>•⁠  ⁠Create custom VPC</a:t>
            </a:r>
          </a:p>
          <a:p>
            <a:r>
              <a:rPr lang="en-IN" dirty="0"/>
              <a:t>•⁠  ⁠2 Availability Zones</a:t>
            </a:r>
          </a:p>
          <a:p>
            <a:r>
              <a:rPr lang="en-IN" dirty="0"/>
              <a:t>•⁠  ⁠Public subnet → Load Balancer</a:t>
            </a:r>
          </a:p>
          <a:p>
            <a:r>
              <a:rPr lang="en-IN" dirty="0"/>
              <a:t>•⁠  ⁠Private subnet → Application servers</a:t>
            </a:r>
          </a:p>
          <a:p>
            <a:r>
              <a:rPr lang="en-IN" dirty="0"/>
              <a:t>•⁠  ⁠Private DB subnet → RDS</a:t>
            </a:r>
          </a:p>
          <a:p>
            <a:endParaRPr lang="en-IN" dirty="0"/>
          </a:p>
          <a:p>
            <a:r>
              <a:rPr lang="en-IN" dirty="0"/>
              <a:t>Compute</a:t>
            </a:r>
          </a:p>
          <a:p>
            <a:r>
              <a:rPr lang="en-IN" dirty="0"/>
              <a:t>•⁠  ⁠Deploy web server on EC2</a:t>
            </a:r>
          </a:p>
          <a:p>
            <a:r>
              <a:rPr lang="en-IN" dirty="0"/>
              <a:t>•⁠  ⁠No public IP on application instances</a:t>
            </a:r>
          </a:p>
          <a:p>
            <a:endParaRPr lang="en-IN" dirty="0"/>
          </a:p>
          <a:p>
            <a:r>
              <a:rPr lang="en-IN" dirty="0"/>
              <a:t> Storage</a:t>
            </a:r>
          </a:p>
          <a:p>
            <a:r>
              <a:rPr lang="en-IN" dirty="0"/>
              <a:t>•⁠  ⁠Store product images in S3</a:t>
            </a:r>
          </a:p>
          <a:p>
            <a:endParaRPr lang="en-IN" dirty="0"/>
          </a:p>
          <a:p>
            <a:r>
              <a:rPr lang="en-IN" dirty="0"/>
              <a:t> Database</a:t>
            </a:r>
          </a:p>
          <a:p>
            <a:r>
              <a:rPr lang="en-IN" dirty="0"/>
              <a:t>•⁠  ⁠MySQL RDS instance</a:t>
            </a:r>
          </a:p>
          <a:p>
            <a:r>
              <a:rPr lang="en-IN" dirty="0"/>
              <a:t>•⁠  ⁠Accessible only from application servers</a:t>
            </a:r>
          </a:p>
          <a:p>
            <a:endParaRPr lang="en-IN" dirty="0"/>
          </a:p>
          <a:p>
            <a:r>
              <a:rPr lang="en-IN" dirty="0"/>
              <a:t> Traffic</a:t>
            </a:r>
          </a:p>
          <a:p>
            <a:r>
              <a:rPr lang="en-IN" dirty="0"/>
              <a:t>•⁠  ⁠Internet → ALB → EC2 → RDS</a:t>
            </a:r>
          </a:p>
          <a:p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61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F0A679-E4F4-B2D4-388C-BCDE6ED51BD8}"/>
              </a:ext>
            </a:extLst>
          </p:cNvPr>
          <p:cNvSpPr txBox="1"/>
          <p:nvPr/>
        </p:nvSpPr>
        <p:spPr>
          <a:xfrm>
            <a:off x="422787" y="462116"/>
            <a:ext cx="11130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Infrastructure : Architecture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DBAF9E-201C-ABA5-EE67-2B686F381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55943" y="934065"/>
            <a:ext cx="10240785" cy="571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93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4F4CC1-935C-1CCE-A784-D4D5D4042990}"/>
              </a:ext>
            </a:extLst>
          </p:cNvPr>
          <p:cNvSpPr txBox="1"/>
          <p:nvPr/>
        </p:nvSpPr>
        <p:spPr>
          <a:xfrm>
            <a:off x="304800" y="383458"/>
            <a:ext cx="1145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Components used to build infrastructure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VPC= virtual private network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Availability zone= 2 AZ's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Public subnet= 2 public subnet in two different region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Private subnet= used 4 private subnet (2 private subnet in each region)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ALB= Application load balancer used for publicly exposed the private instances or balanced the load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EC2= for run the user data script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SG= security group instance level firewall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NACL=network access control list subnet level firewall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Internet gateway= inbound and outbound internet connectivity and attached to </a:t>
            </a:r>
            <a:r>
              <a:rPr lang="en-IN" dirty="0" err="1"/>
              <a:t>vpc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NAT gateway=used for outbound internet connectivity to inside private subnet instance 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Route Tables=used for define route/path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VPC endpoint= to connect EC2 instance to bucket without using Internet gateway and Nat gateway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S3 bucket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ASG=Auto scaling group used for high availability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RDS= data </a:t>
            </a:r>
          </a:p>
        </p:txBody>
      </p:sp>
    </p:spTree>
    <p:extLst>
      <p:ext uri="{BB962C8B-B14F-4D97-AF65-F5344CB8AC3E}">
        <p14:creationId xmlns:p14="http://schemas.microsoft.com/office/powerpoint/2010/main" val="1486912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B2D34B-EBC7-AF39-8AFF-356C0836171D}"/>
              </a:ext>
            </a:extLst>
          </p:cNvPr>
          <p:cNvSpPr txBox="1"/>
          <p:nvPr/>
        </p:nvSpPr>
        <p:spPr>
          <a:xfrm>
            <a:off x="570271" y="619432"/>
            <a:ext cx="109334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EC2 Instance user data script</a:t>
            </a:r>
          </a:p>
          <a:p>
            <a:endParaRPr lang="en-IN" dirty="0"/>
          </a:p>
          <a:p>
            <a:r>
              <a:rPr lang="en-IN" dirty="0"/>
              <a:t>#!/bin/bash</a:t>
            </a:r>
          </a:p>
          <a:p>
            <a:r>
              <a:rPr lang="en-IN" dirty="0" err="1"/>
              <a:t>sudo</a:t>
            </a:r>
            <a:r>
              <a:rPr lang="en-IN" dirty="0"/>
              <a:t> yum update-y</a:t>
            </a:r>
          </a:p>
          <a:p>
            <a:endParaRPr lang="en-IN" dirty="0"/>
          </a:p>
          <a:p>
            <a:r>
              <a:rPr lang="en-IN" dirty="0"/>
              <a:t>#Install Apache web server (httpd)</a:t>
            </a:r>
          </a:p>
          <a:p>
            <a:r>
              <a:rPr lang="en-IN" dirty="0" err="1"/>
              <a:t>sudo</a:t>
            </a:r>
            <a:r>
              <a:rPr lang="en-IN" dirty="0"/>
              <a:t> yum install-y httpd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start httpd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enable httpd</a:t>
            </a:r>
          </a:p>
          <a:p>
            <a:endParaRPr lang="en-IN" dirty="0"/>
          </a:p>
          <a:p>
            <a:r>
              <a:rPr lang="en-IN" dirty="0"/>
              <a:t>#Create a simple HTML file to verify the web server is running</a:t>
            </a:r>
          </a:p>
          <a:p>
            <a:r>
              <a:rPr lang="en-IN" dirty="0"/>
              <a:t>echo"&lt;html&gt;&lt;h1&gt;Welcome to Apache Web Server on Amazon Linux!&lt;/h1&gt;&lt;/html&gt;"&gt;/var/www/html/index.html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76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AEA4E-2FF1-BBDB-DA80-D6322D8B09E8}"/>
              </a:ext>
            </a:extLst>
          </p:cNvPr>
          <p:cNvSpPr txBox="1"/>
          <p:nvPr/>
        </p:nvSpPr>
        <p:spPr>
          <a:xfrm>
            <a:off x="386080" y="365760"/>
            <a:ext cx="11369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Create </a:t>
            </a:r>
            <a:r>
              <a:rPr lang="en-IN" sz="2000" dirty="0" err="1"/>
              <a:t>vpc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20ED6-8BE9-2926-5A76-59C6CB391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026160"/>
            <a:ext cx="11318240" cy="50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12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6FF53B-B30D-7587-ADDB-2804EDDD8207}"/>
              </a:ext>
            </a:extLst>
          </p:cNvPr>
          <p:cNvSpPr txBox="1"/>
          <p:nvPr/>
        </p:nvSpPr>
        <p:spPr>
          <a:xfrm>
            <a:off x="325120" y="284480"/>
            <a:ext cx="1147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Instance: private and public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F8A54-AE29-8FB8-6D85-E3E4FA72C1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7126" y="2079155"/>
            <a:ext cx="11857748" cy="269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68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E4142F-1221-059F-6738-2C49BCA967FF}"/>
              </a:ext>
            </a:extLst>
          </p:cNvPr>
          <p:cNvSpPr txBox="1"/>
          <p:nvPr/>
        </p:nvSpPr>
        <p:spPr>
          <a:xfrm>
            <a:off x="599440" y="447040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RDS database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72B33C-B09F-CE7C-7083-B38E5E632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840092"/>
            <a:ext cx="11857748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21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80B3F9-5CA6-5E84-328F-731DAEE3EE4B}"/>
              </a:ext>
            </a:extLst>
          </p:cNvPr>
          <p:cNvSpPr txBox="1"/>
          <p:nvPr/>
        </p:nvSpPr>
        <p:spPr>
          <a:xfrm>
            <a:off x="558800" y="406400"/>
            <a:ext cx="1093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CONNECTIVITY :public to private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D42D7-4461-449F-3BF4-731FEC53A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56" y="932963"/>
            <a:ext cx="11171888" cy="551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7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0C156-54A5-F9A4-3A8C-7619F278503E}"/>
              </a:ext>
            </a:extLst>
          </p:cNvPr>
          <p:cNvSpPr txBox="1"/>
          <p:nvPr/>
        </p:nvSpPr>
        <p:spPr>
          <a:xfrm>
            <a:off x="284480" y="264160"/>
            <a:ext cx="1155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CONNECTIVITY: Private to RDS instance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20E12-8DF5-B687-D7FD-6FA4A5D2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43" y="937025"/>
            <a:ext cx="9853514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819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2E9AFB-E52D-6C06-14B7-6A94E816AA96}"/>
              </a:ext>
            </a:extLst>
          </p:cNvPr>
          <p:cNvSpPr txBox="1"/>
          <p:nvPr/>
        </p:nvSpPr>
        <p:spPr>
          <a:xfrm>
            <a:off x="254000" y="294640"/>
            <a:ext cx="11602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Load balancer : Application load balancer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38DEC-5B57-A46B-2918-823E84CA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836637"/>
            <a:ext cx="11115040" cy="518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3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0D51E-61F3-901E-BDD1-4B24E660F3EA}"/>
              </a:ext>
            </a:extLst>
          </p:cNvPr>
          <p:cNvSpPr txBox="1"/>
          <p:nvPr/>
        </p:nvSpPr>
        <p:spPr>
          <a:xfrm>
            <a:off x="182880" y="294640"/>
            <a:ext cx="1161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ASG: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5B082-C093-05AD-CD53-C53F85CE7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1956"/>
            <a:ext cx="11338560" cy="491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88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31393B-C635-1155-113F-2981AF8F0238}"/>
              </a:ext>
            </a:extLst>
          </p:cNvPr>
          <p:cNvSpPr txBox="1"/>
          <p:nvPr/>
        </p:nvSpPr>
        <p:spPr>
          <a:xfrm>
            <a:off x="142240" y="254000"/>
            <a:ext cx="1172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FINAL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17BAF-2B96-20AB-978E-9A10E249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818924"/>
            <a:ext cx="11236960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409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10186</TotalTime>
  <Words>398</Words>
  <Application>Microsoft Office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Calisto MT</vt:lpstr>
      <vt:lpstr>Wingdings 2</vt:lpstr>
      <vt:lpstr>Slate</vt:lpstr>
      <vt:lpstr>AWS : PRESENTATION</vt:lpstr>
      <vt:lpstr>Business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 bawa</dc:creator>
  <cp:lastModifiedBy>nayan bawa</cp:lastModifiedBy>
  <cp:revision>2</cp:revision>
  <dcterms:created xsi:type="dcterms:W3CDTF">2026-05-02T16:46:33Z</dcterms:created>
  <dcterms:modified xsi:type="dcterms:W3CDTF">2026-05-09T18:32:55Z</dcterms:modified>
</cp:coreProperties>
</file>